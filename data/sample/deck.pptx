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contact john@acme.com flagged reimbursement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Sizing: Ambulatory Neurosurgery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estimated at 2.4B by 2030</a:t>
            </a:r>
          </a:p>
          <a:p>
            <a:r>
              <a:t>Key driver: shift to outpatient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